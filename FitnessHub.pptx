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31"/>
    <p:sldId id="258" r:id="rId10"/>
    <p:sldId id="259" r:id="rId12"/>
    <p:sldId id="260" r:id="rId13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7"/>
    <p:sldId id="274" r:id="rId28"/>
    <p:sldId id="275" r:id="rId29"/>
    <p:sldId id="276" r:id="rId30"/>
    <p:sldId id="281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2.xml"/><Relationship Id="rId3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Welcome everyone. Today we present Fitness Hub, a Django web application built by Team Codex at Shivapuri Secondary School. The project is live at FitnessHub123.pythonanywhere.com.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Fitness Hub is an all-in-one web app that brings together workout tracking, nutrition logging, goal setting, and social motivation in one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Our objectives combined technical learning with practical outcomes: build a real app, learn Django, and gain teamwork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Django's MTV architecture separates concerns: Models for data, Templates for UI, Views for logic. This keeps the codebase organized.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Authentication uses Django's built-in system. Registration creates a Profile automatically. The login page shows motivational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dashboard is the user's home base showing goal readiness, weekly stats, recent completions, and motivational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exercise library has 36 exercises across 7 categories with detailed instructions, form tips, and safety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Users can set 8 goal types with 6 focus areas. The system assigns relevant exercises and tracks progress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Progress tracking includes exercise history, streaks, volume trends, body metrics, and personalized goal suggestions.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diet module includes BMR/TDEE calculation, macro tracking, affordable food database, and budget meal presets.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store has 12 products across 3 categories with cart, checkout, atomic stock deduction, and order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inspiration module features 23 fitness icons with 88 quotes. Users can browse by category or get random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Social features include connections, private messaging, user search, and a social hub showing all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achievements system has 6 categories with unlockable badges. Each achievement has a threshold to 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Django admin provides full control over all data. Admins can manage exercises, users, orders, and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Tech stack: Django 5.0 backend, SQLite database, Groq AI API (Llama model) for the chatbot, simulated checkout, standard web frontend, and Git/GitHub for collaboration.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Thank you for your attention. The project is live at FitnessHub123.pythonanywhere.com and the code is on GitHub at github.com/FitHub-4/Fitness-Hub. We welcome your questions and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</a:defRPr>
            </a:pPr>
            <a:r>
              <a:t>Fitness Hub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>
                <a:solidFill>
                  <a:srgbClr val="000000"/>
                </a:solidFill>
              </a:defRPr>
            </a:pPr>
            <a:r>
              <a:t>Django Fitness Platform | Shivapuri Secondary School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1. Jeevan Neupane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2. Sagar Bahadur Shahi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3. Unish Suwal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4. Arjun Magar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5. Umesh Dangi</a:t>
              <a:rPr>
                <a:solidFill>
                  <a:srgbClr val="000000"/>
                </a:solidFill>
              </a:rPr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Technology We Used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Django 5.0 powers the backend with its MTV architecture.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SQLite database stores all user data with migration support.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Groq API (Llama model) powers the AI fitness chatbot.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Simulated checkout handles store purchases without real payments.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HTML, CSS, and JavaScript create the responsive frontend UI.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Git and GitHub manage version control and team collaboration.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What is Fitness Hub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Fitness Hub is a Django web app for fitness tracking.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It combines workouts, goals, diet, and social features.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exercise at home with a built-in workout library.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The platform motivates with rewards and achievements.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It works like a personal coach in your browser.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Anyone can build healthy habits and track progress.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Our Main Objectives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Create a simple fitness tracking platform for beginners.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 Django and AI to build a real web application.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Help users set fitness goals and track progress.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Provide personalized workout and diet recommendations.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Build teamwork skills through practical development.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Turn classroom knowledge into a working software product.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How Django Works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Django uses the Model-Template-View pattern for organization.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Models define the database structure using Python classes.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Views handle user requests and process data logic.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Templates create HTML pages with dynamic content.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URLs connect web addresses to specific view functions.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This keeps code clean, reusable, and easy to maintain.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Login and Signup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register with username, email, password, and body stats.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 Profile is automatically created for each new user.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Returning users log in with username and password.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Login page shows motivational quotes for inspiration.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Password reset helps users recover forgotten accounts.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All authentication uses Django's built-in secure forms.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Your Personal Dashboard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Dashboard shows goal readiness and next exercise daily.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Tracks how many workouts you complete each week.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Shows your last ten finished exercises with dates.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Gives personalized feedback based on your goal progress.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Displays total sessions, current streak, and longest streak.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Quick links to exercises, goals, diet, and social features.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Workout Library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Library has 36 exercises across 7 muscle group categories.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Categories: chest, back, shoulders, arms, legs, core, cardio.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Each exercise includes steps, form tips, and safety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Filter exercises by goal type, difficulty, and equipment.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Detail page shows reps, sets, duration, and calories burned.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Home page features recommended workouts for quick access.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Setting and Tracking Goals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create goals with type, target, timeline, and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Eight goal types from calisthenics to muscle gain.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Focus areas target upper body, lower body, or core.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System auto-assigns exercises based on your goal type.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Progress updates as you complete assigned exercises.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Goals sync with dashboard and progress tracking.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Progress Tracking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Progress page logs exercise completions with reps and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Workout streaks count consecutive days of training.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Volume trend shows total reps over the last seven days.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 body weight, fat, waist, chest, and arm measurements.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suggestions for exercises based on your current goal.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Weekly feedback message encourages your progress.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Diet and Nutrition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Log daily calories, protein, carbs, and fats intake.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BMR and TDEE calculator estimates your energy needs.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Macro calculator splits calories into protein and carbs.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Browse affordable foods with complete nutritional info.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Budget meal plans with calculated macro totals provided.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weekly meal suggestions based on your fitness goals.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Store and Shopping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Store has three categories: Outfits, Gear, Supplements.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12 products with prices, descriptions, and stock counts.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Cart works for both logged-in and guest users.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Checkout prevents overselling with atomic stock updates.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Order history tracks your purchases and delivery status.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Free shipping on orders over five thousand rupees.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Inspiration and Motivation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inspired by 23 famous fitness personalities.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Read their stories, tips, and watch YouTube videos.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Daily motivation quotes rotate from 88 saved quotes.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Browse quotes by category like bodybuilding or athletics.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 the quote wall to find motivation anytime.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Random quote feature delivers fresh inspiration daily.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Social Features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Connect with friends as workout partners or rivals.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Send and accept friend requests easily.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Chat privately with your connected friends.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Messages show sender, time, and read status.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Search for other users by name or email.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Social hub shows all your connections and chats.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Achievements System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Earn badges by completing workouts and challenges.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Six achievement categories to unlock and collect.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Badges track workout count, streaks, and volume.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Each badge can only be unlocked once.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Badges are color-coded: emerald, cyan, amber, and more.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Achievement page shows all badges and unlock status.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Admin and Management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Admins manage users, exercises, products, and orders.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Add, edit, or remove exercises from the library.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Control user permissions and account settings.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 store orders and process refunds.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Update inspiration quotes and fitness icon data.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Core settings let admins configure site options.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Thank You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Thank you for listening to our presentation today.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We hope you enjoyed learning about Fitness Hub.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Questions and discussion are welcome from the audience.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Your feedback helps us improve our platform further.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Proud to present our work from Shivapuri Secondary School.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Repo: github.com/FitHub-4/Fitness-Hub | Team Codex.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