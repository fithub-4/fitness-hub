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31"/>
    <p:sldId id="258" r:id="rId10"/>
    <p:sldId id="259" r:id="rId12"/>
    <p:sldId id="260" r:id="rId13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7"/>
    <p:sldId id="274" r:id="rId28"/>
    <p:sldId id="275" r:id="rId29"/>
    <p:sldId id="276" r:id="rId30"/>
    <p:sldId id="281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.xml"/><Relationship Id="rId3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Fitness Hub, a Django-based fitness platform built by our team at Shivapuri Secondary School. We'll walk you through the project overview, technical details, and our learning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Fitness Hub is an all-in-one web app that brings together workout tracking, nutrition logging, goal setting, and social motivation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objectives were both technical and educational - to build a real app while learning full-stack development and teamwork.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Django's MTV architecture separates concerns: Models for data, Templates for UI, Views for logic. This makes the codebase organized and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Authentication uses Django's built-in system with custom Profile creation. The login page shows motivational quotes to inspire users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is the user's home base. It shows goal readiness, next recommended exercise, weekly stats, recent completions, and motivational feedback based on their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exercise library has 36 exercises across 7 categories. Each exercise includes detailed instructions, form tips, and safety notes. Users can filter by goal, difficulty, and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can set 8 different goal types with 6 focus areas. The system automatically assigns relevant exercises based on the selected goal type and tracks progress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tracking includes exercise history, workout streaks, volume trends over 7 days, body metrics logging, and personalized suggestions based on the user's current goal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diet module includes BMR/TDEE calculation, macro tracking, affordable food database with nutritional info, and budget meal presets tailored to the user's fitness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store has 12 products across 3 categories. It includes a full shopping cart, checkout with atomic stock deduction to prevent overselling, and order history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inspiration module features 23 fitness icons with biographies, training tips, and YouTube videos. It includes 88 seeded quotes, category filtering, and a random quote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features include partner and rival connections with accept/reject functionality, private messaging between accepted connections, user search, and a social hub showing all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achievements system has 6 categories with unlockable badges. Each achievement has a threshold, and users can track their unlocked badges grouped by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Django admin provides full CRUD for all models. The Core app adds SiteSetting for key-value configuration. Admins can manage exercises, users, orders, and inspiration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stack: Django 5.0 backend, SQLite database, HTML/CSS/JavaScript frontend, Groq AI API with Whisper and Orpheus, and Git/GitHub for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We're proud of what we've built at Shivapuri Secondary School. The repo is available at github.com/FitHub-4/Fitness-Hub. We welcome your questions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</a:defRPr>
            </a:pPr>
            <a:r>
              <a:t>Fitness Hub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Django Fitness Platform | Shivapuri Secondary School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Jeevan Neupane</a:t>
              <a:rPr>
                <a:solidFill>
                  <a:srgbClr val="000000"/>
                </a:solidFill>
              </a:rPr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Sagar Bahadur Shahi</a:t>
              <a:rPr>
                <a:solidFill>
                  <a:srgbClr val="000000"/>
                </a:solidFill>
              </a:rPr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Unish Suwal</a:t>
              <a:rPr>
                <a:solidFill>
                  <a:srgbClr val="000000"/>
                </a:solidFill>
              </a:rPr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Arjun Magar</a:t>
              <a:rPr>
                <a:solidFill>
                  <a:srgbClr val="000000"/>
                </a:solidFill>
              </a:rPr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5. Umesh Dangi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Technology We Used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Django five point zero powers the backend with MTV architecture and.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SQLite database stores all data with migrations for schema version control.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HTML and CSS create responsive page layouts with mobile navigation support.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JavaScript handles form validation, cart updates, and dynamic content loading.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Groq API drives AI chatbot with Whisper transcription and Orpheus voice.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Git and GitHub manage version control, branches, commits, and team collaboration.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What is Fitness Hub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Fitness Hub is a Django web application designed to make fitness.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It combines workout tracking, goal setting, diet logs, and social features.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Users can exercise at home using the built-in library of guided.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The platform motivates people with rewards, achievements, and progress tracking tools.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It works like a personal fitness coach available anytime on your.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Anyone can use it to build healthy habits and track their.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Our Main Objectives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Create a user-friendly platform that makes fitness tracking easy for beginners.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Integrate modern web technologies like Django and AI into a real.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Help users set realistic fitness goals and track their progress over.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Provide personalized workout and diet recommendations based on user needs.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Build teamwork and problem-solving skills through practical project development.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Demonstrate how classroom knowledge can create useful, real-world software solutions.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How Django Works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Django follows the Model-Template-View pattern for web application development.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Models define database structure using Python classes instead of SQL queries.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Views handle user requests, process data, and return appropriate responses.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Templates generate dynamic HTML pages with embedded Python variables.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URLs map web addresses to specific view functions for navigation.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This separation keeps code organized, reusable, and easy to maintain throughout.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Login and Signup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New users create accounts using username, email, password, age, height, and.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Registration automatically creates a Profile object linked to the new user.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Returning users log in with username and password to access their.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Login page displays motivational quotes and workout statistics for inspiration.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Password reset helps users recover accounts if they forget their login.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All authentication uses Django built-in forms with CSRF protection always.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Your Personal Dashboard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Dashboard shows goal readiness percentage and next recommended exercise daily.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Weekly completion count tracks how many workouts the user finished recently.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Recent completions display the last ten finished exercises with dates clearly.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Focus alignment message gives personalized feedback based on user goal progress.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Workout stats show total sessions, current streak, and longest streak achieved.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Quick access cards navigate to exercises, goals, diet, and social features.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Workout Library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Exercise library contains thirty-six exercises across seven muscle group categories.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Categories include chest, back, shoulders, arms, legs, core, and cardio types.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Each exercise stores name, description, steps, form tips, breathing, and safety.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Users can filter exercises by goal type, difficulty level, and required.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Exercise detail page shows default reps, sets, duration, and calories per.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Home page highlights featured workouts and provides quick links to library.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Setting and Tracking Goals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Users create custom goals with type, target weight, timeline, and description.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Eight goal types include calisthenics, lean athletic, muscle gain, and fat.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Focus areas let users target upper body, lower body, core, pull,.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System auto-assigns exercises based on goal type using database query filters.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Progress percentage updates as users complete assigned exercises over time.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Goals sync from profile selection so dashboard and progress stay consistent.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Progress Tracking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Progress page shows exercise completions with reps, hold time, and notes.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Workout streaks count consecutive days and motivate users to keep training.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Volume trend calculates total reps or hold time across seven-day rolling.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Body metrics tracking records weight, body fat, waist, chest, and arm.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Focus suggestions recommend specific exercises based on current goal benchmarks.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Focus alignment message gives encouraging feedback about weekly volume progress.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Diet and Nutrition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Nutrition records log daily calories, protein, carbs, and fats with notes.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BMR and TDEE calculator estimates daily energy needs based on user.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Macro calculator splits calories into protein, carbs, and fats for meal.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Affordable foods database lists budget-friendly ingredients with nutritional values.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Budget meal presets provide complete meal plans with calculated macro totals.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Meal suggestions generate weekly diet recommendations based on selected goals.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Store and Shopping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Store has three categories: Outfits, Gear, and Supplements for fitness products.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Twelve products include names, prices, descriptions, images, brands, and stock counts.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Shopping cart supports both logged-in users and anonymous session-based guests.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Cart calculates subtotal, shipping, tax, and total with free shipping over.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Checkout saves orders with atomic stock reduction to prevent overselling safely.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Order history tracks purchases with status, items, and delivery tracking information.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Inspiration and Motivation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Inspiration feed shows twenty-three fitness icons across six discipline categories.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Each icon has biography, training tips, achievements, quotes, and YouTube videos.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Motivation quotes rotate daily with eighty-eight seeded quotes from icons.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Categories group icons by discipline like bodybuilding, athletics, and calisthenics.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Quote wall lets users browse all quotes filtered by category and.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Random quote API delivers fresh motivation via AJAX without page reloads.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Social Features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Connection model stores partner or rival requests with pending or accepted.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Users send connection requests and accept or reject incoming requests easily.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Private messaging allows direct text exchange between accepted connections only.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Message model tracks sender, recipient, content, timestamp, and read status.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Search users feature finds members by username or email to connect.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Social hub displays partners, rivals, pending requests, and recent conversations.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Achievements System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Achievement model defines code, name, description, icon, category, and threshold values.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Six categories include workout count, streak, volume, exercises, nutrition, and goals.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UserAchievement links users to unlocked achievements with timestamps for tracking.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Unique constraint ensures each achievement can be unlocked only once per.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Badge colors use CSS classes like emerald, cyan, amber, violet, rose,.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Achievement list page groups badges by category and shows unlock status.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Admin and Management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Django admin manages all app data including users, exercises, products, and.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Exercise management allows adding, editing, and deleting workout library entries.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User management controls permissions, account status, and profile modifications.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Order management tracks store purchases and processes refunds when necessary.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Content management updates inspiration quotes, images, and fitness icon data.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Core app provides SiteSetting model for key-value configuration management.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Thank You</a:t>
              <a:rPr>
                <a:solidFill>
                  <a:srgbClr val="000000"/>
                </a:solidFill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Thank you all for listening to our presentation about Fitness Hub.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We hope you enjoyed learning about our project and team journey.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Questions and discussions are welcome from the audience at this time.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Your feedback and suggestions are valuable as we continue improving our.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We are proud to share what we learned at Shivapuri Secondary.</a:t>
              <a:rPr>
                <a:solidFill>
                  <a:srgbClr val="000000"/>
                </a:solidFill>
              </a:rPr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Repository: github.com/FitHub-4/Fitness-Hub | Team Codex wishes happy coding always.</a:t>
              <a:rPr>
                <a:solidFill>
                  <a:srgbClr val="000000"/>
                </a:solidFill>
              </a:rPr>
            </a:r>
          </a:p>
        </p:txBody>
      </p:sp>
    </p:spTree>
    <p:bg>
      <p:bgPr>
        <a:solidFill>
          <a:srgbClr val="FFFFFF"/>
        </a:solidFill>
      </p:bgPr>
    </p:b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